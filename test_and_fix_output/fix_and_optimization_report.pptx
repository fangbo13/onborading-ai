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Bug修复与优化报告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E500"/>
                </a:solidFill>
                <a:latin typeface="微软雅黑"/>
              </a:defRPr>
            </a:pPr>
            <a:r>
              <a:t>EY Onboarding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8C8C"/>
                </a:solidFill>
                <a:latin typeface="微软雅黑"/>
              </a:defRPr>
            </a:pPr>
            <a:r>
              <a:t>修复日期: 2026-06-22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8C8C"/>
                </a:solidFill>
                <a:latin typeface="微软雅黑"/>
              </a:defRPr>
            </a:pPr>
            <a:r>
              <a:t>修复范围: 全部10个已发现Bug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微软雅黑"/>
              </a:defRPr>
            </a:pPr>
            <a:r>
              <a:t>修复概览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Bug编号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Bug名称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根本原因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修复方法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BUG-003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历史页不加载消息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ChatPage无加载消息逻辑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增加loadMessages + useEffect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2C41A"/>
                          </a:solidFill>
                        </a:defRPr>
                      </a:pPr>
                      <a:r>
                        <a:t>已修复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BUG-005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系统主题不同步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effective state不更新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增加sharedEffective状态追踪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2C41A"/>
                          </a:solidFill>
                        </a:defRPr>
                      </a:pPr>
                      <a:r>
                        <a:t>已修复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BUG-001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登录占位符硬编码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placeholder属性硬编码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添加i18n key + 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2C41A"/>
                          </a:solidFill>
                        </a:defRPr>
                      </a:pPr>
                      <a:r>
                        <a:t>已修复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BUG-002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登录验证消息硬编码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Form rules message硬编码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添加i18n key + 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2C41A"/>
                          </a:solidFill>
                        </a:defRPr>
                      </a:pPr>
                      <a:r>
                        <a:t>已修复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BUG-004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错误警报标题硬编码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Alert message硬编码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添加i18n key + 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2C41A"/>
                          </a:solidFill>
                        </a:defRPr>
                      </a:pPr>
                      <a:r>
                        <a:t>已修复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BUG-006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知识库提示消息错误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使用upload_success键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添加reindex/delete_success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2C41A"/>
                          </a:solidFill>
                        </a:defRPr>
                      </a:pPr>
                      <a:r>
                        <a:t>已修复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BUG-007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全局!imporant过渡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*选择器过渡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限定到UI容器元素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2C41A"/>
                          </a:solidFill>
                        </a:defRPr>
                      </a:pPr>
                      <a:r>
                        <a:t>已修复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BUG-008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重试选错消息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reverse().find()不精确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添加lastFailedMessage追踪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2C41A"/>
                          </a:solidFill>
                        </a:defRPr>
                      </a:pPr>
                      <a:r>
                        <a:t>已优化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BUG-009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sessionId未使用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参数被_前缀忽略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更新activeSessionId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2C41A"/>
                          </a:solidFill>
                        </a:defRPr>
                      </a:pPr>
                      <a:r>
                        <a:t>已修复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BUG-010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菜单高亮不匹配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根路径/未映射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normalize selectedKey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2C41A"/>
                          </a:solidFill>
                        </a:defRPr>
                      </a:pPr>
                      <a:r>
                        <a:t>已修复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62626"/>
                </a:solidFill>
                <a:latin typeface="微软雅黑"/>
              </a:defRPr>
            </a:pPr>
            <a:r>
              <a:t>BUG-003 - 选择历史对话后不加载消息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根本原因分析: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HistoryPage使用window.location.href全页刷新, ChatPage没有任何从API加载历史消息的逻辑。activeSessionId变化时, messages数组为空, 页面显示空白。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修复决策: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在chatStore新增loadMessages action, ChatPage增加useEffect监听activeSessionId变化并调用loadMessages。HistoryPage改用useNavigate代替window.location.href。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修改文件: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frontend/src/store/chatStore.ts (新增loadMessages)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frontend/src/pages/ChatPage.tsx (useEffect + Spin加载指示器)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frontend/src/pages/HistoryPage.tsx (useNavigate)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[修复后截图]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62626"/>
                </a:solidFill>
                <a:latin typeface="微软雅黑"/>
              </a:defRPr>
            </a:pPr>
            <a:r>
              <a:t>BUG-005 - 系统主题变化时ConfigProvider未响应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根本原因分析: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useTheme hook的singleton在系统主题变化时调用notifyAll(), 但listeners收到的是相同的sharedMode('system'), React的useState不触发重渲染。effective值不变, ConfigProvider theme prop不变。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修复决策: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新增sharedEffective状态, listener回调同时传递mode和effective。useTheme内新增effective useState, 在listener中同时更新mode和effective。确保ConfigProvider在系统主题变化时重新渲染。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修改文件: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frontend/src/hooks/useTheme.ts (sharedEffective + 双状态更新)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[修复后截图]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62626"/>
                </a:solidFill>
                <a:latin typeface="微软雅黑"/>
              </a:defRPr>
            </a:pPr>
            <a:r>
              <a:t>BUG-001/002 - 登录表单i18n硬编码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根本原因分析: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App.tsx的LoginPage中Input placeholder和Form rules的message直接硬编码英文字符串, 未使用useTranslation的t()函数。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修复决策: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在common.json新增email_placeholder, password_placeholder, validation_email_required等key, LoginPage中用t()替换所有硬编码字符串。同时添加中英文翻译。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修改文件: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frontend/src/App.tsx (t()替换硬编码)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frontend/src/i18n/locales/en/common.json (新增6个key)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frontend/src/i18n/locales/zh/common.json (新增6个中文key)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[修复后截图]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62626"/>
                </a:solidFill>
                <a:latin typeface="微软雅黑"/>
              </a:defRPr>
            </a:pPr>
            <a:r>
              <a:t>BUG-006 - 知识库删除/重建索引用错提示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根本原因分析: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KnowledgeBasePage的handleReindex和handleDelete成功后调用message.success(t('upload_success')), 显示'上传成功'而非对应的成功消息。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修复决策: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新增reindex_success和delete_success翻译key, 替换handleReindex和handleDelete中的提示调用。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修改文件: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frontend/src/pages/admin/KnowledgeBasePage.tsx (修改message.success调用)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frontend/src/i18n/locales/*/common.json (新增key)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[修复后截图]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62626"/>
                </a:solidFill>
                <a:latin typeface="微软雅黑"/>
              </a:defRPr>
            </a:pPr>
            <a:r>
              <a:t>BUG-007 - 全局!important过渡影响性能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根本原因分析: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globals.css中*选择器应用transition !important, 强制所有元素(包括不需要过渡的元素)执行动画, 导致性能问题和意外的UI行为。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修复决策: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将全局过渡从*选择器改为限定到Ant Design UI容器(.ant-layout, .ant-card, .ant-menu等), 移除!important, 排除媒体元素。减少不必要的过渡计算。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修改文件: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frontend/src/styles/globals.css (限定过渡选择器)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[修复后截图]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62626"/>
                </a:solidFill>
                <a:latin typeface="微软雅黑"/>
              </a:defRPr>
            </a:pPr>
            <a:r>
              <a:t>BUG-009/010 - 代码质量修复 (sessionId + 菜单高亮)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根本原因分析: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finishStreamingMessage的sessionId参数被_前缀标记为未使用, 流式完成后不更新activeSessionId。AppLayout的selectedKeys使用location.pathname, 但访问/时重定向到/chat后pathname仍为/。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修复决策: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finishStreamingMessage使用sessionId更新activeSessionId。AppLayout增加selectedKey变量, 将/映射为/chat。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微软雅黑"/>
              </a:defRPr>
            </a:pPr>
            <a:r>
              <a:t>修改文件: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frontend/src/store/chatStore.ts (使用sessionId)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微软雅黑"/>
              </a:defRPr>
            </a:pPr>
            <a:r>
              <a:t>frontend/src/layout/AppLayout.tsx (normalize selectedKey)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[修复后截图]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微软雅黑"/>
              </a:defRPr>
            </a:pPr>
            <a:r>
              <a:t>额外改进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微软雅黑"/>
              </a:defRPr>
            </a:pPr>
            <a:r>
              <a:t>✓ ChatPage增加isLoadingMessages状态和Spin加载指示器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微软雅黑"/>
              </a:defRPr>
            </a:pPr>
            <a:r>
              <a:t>✓ HistoryPage从window.location.href改为useNavigate, 提升SPA体验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微软雅黑"/>
              </a:defRPr>
            </a:pPr>
            <a:r>
              <a:t>✓ chatStore新增loading_messages翻译key (中英文)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微软雅黑"/>
              </a:defRPr>
            </a:pPr>
            <a:r>
              <a:t>✓ 登录表单验证消息全面国际化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微软雅黑"/>
              </a:defRPr>
            </a:pPr>
            <a:r>
              <a:t>✓ 知识库操作成功提示消息准确对应操作类型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微软雅黑"/>
              </a:defRPr>
            </a:pPr>
            <a:r>
              <a:t>✓ 全局CSS过渡性能优化, 减少不必要的过渡计算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微软雅黑"/>
              </a:defRPr>
            </a:pPr>
            <a:r>
              <a:t>✓ finishStreamingMessage正确更新activeSessionId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微软雅黑"/>
              </a:defRPr>
            </a:pPr>
            <a:r>
              <a:t>✓ 侧边栏菜单高亮在根路径重定向时正确匹配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00" cy="7315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总结与维护建议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E500"/>
                </a:solidFill>
                <a:latin typeface="微软雅黑"/>
              </a:defRPr>
            </a:pPr>
            <a:r>
              <a:t>10个Bug已全部修复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C8C8C"/>
                </a:solidFill>
                <a:latin typeface="微软雅黑"/>
              </a:defRPr>
            </a:pPr>
            <a:r>
              <a:t>建议建立自动化回归测试流程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C8C8C"/>
                </a:solidFill>
                <a:latin typeface="微软雅黑"/>
              </a:defRPr>
            </a:pPr>
            <a:r>
              <a:t>建议添加i18n完整性检查到CI/CD流程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C8C8C"/>
                </a:solidFill>
                <a:latin typeface="微软雅黑"/>
              </a:defRPr>
            </a:pPr>
            <a:r>
              <a:t>建议定期进行主题切换兼容性测试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C8C8C"/>
                </a:solidFill>
                <a:latin typeface="微软雅黑"/>
              </a:defRPr>
            </a:pPr>
            <a:r>
              <a:t>建议增加端到端(E2E)自动化测试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