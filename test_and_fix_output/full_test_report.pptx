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网站全面功能测试报告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500"/>
                </a:solidFill>
                <a:latin typeface="微软雅黑"/>
              </a:defRPr>
            </a:pPr>
            <a:r>
              <a:t>EY Onboarding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8C"/>
                </a:solidFill>
                <a:latin typeface="微软雅黑"/>
              </a:defRPr>
            </a:pPr>
            <a:r>
              <a:t>测试日期: 2026-06-22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8C"/>
                </a:solidFill>
                <a:latin typeface="微软雅黑"/>
              </a:defRPr>
            </a:pPr>
            <a:r>
              <a:t>测试角色: QA主管 / 全栈高级开发者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8C"/>
                </a:solidFill>
                <a:latin typeface="微软雅黑"/>
              </a:defRPr>
            </a:pPr>
            <a:r>
              <a:t>测试方法: 自动化Playwright测试 + 深度代码审查</a:t>
            </a:r>
          </a:p>
        </p:txBody>
      </p:sp>
      <p:pic>
        <p:nvPicPr>
          <p:cNvPr id="8" name="Picture 7" descr="03-chat-welcom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48056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714375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8C8C"/>
                </a:solidFill>
                <a:latin typeface="微软雅黑"/>
              </a:defRPr>
            </a:pPr>
            <a:r>
              <a:t>应用概览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微软雅黑"/>
              </a:defRPr>
            </a:pPr>
            <a:r>
              <a:t>测试范围与环境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62626"/>
                </a:solidFill>
                <a:latin typeface="微软雅黑"/>
              </a:defRPr>
            </a:pPr>
            <a:r>
              <a:t>测试环境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浏览器: Chromium (Headless) via 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桌面视口: 1280x800 | 移动端视口: 375x667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语言: 英文 (en-US) / 中文 (zh)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主题: 浅色 / 深色 / 系统跟随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后端: Django 5 + DRF + PostgreSQL + 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前端: React 18 + TypeScript + Vite + Ant Design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微软雅黑"/>
              </a:defRPr>
            </a:pPr>
            <a:r>
              <a:t>• 测试时长: 深度功能循环测试 + 代码审查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微软雅黑"/>
              </a:defRPr>
            </a:pPr>
            <a:r>
              <a:t>测试循环概述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A - 视觉与主题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7项: 登录页面, 深色模式切换, 快速切换x20, 移动端响应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B - 国际化 (i18n)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7项: 翻译键检查, 语言切换, 持久性, 知识库列标题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C - 核心对话/Q&amp;A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4项: 欢迎页, 快捷操作, 发送按钮状态, 按钮文字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D - 历史与持久化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2项: 导航方式, 消息加载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E - UI组件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2项: 错误警报, 发送按钮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F - 表单与验证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2项: Profile字段, 主题持久性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G - 错误与边界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3项: 系统主题同步, 登出, 成功提示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H - 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2项: 全局过渡, 应用概览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R - 代码审查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微软雅黑"/>
              </a:defRPr>
            </a:pPr>
            <a:r>
              <a:t>3项: 重试逻辑, 参数使用, 菜单高亮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62626"/>
                </a:solidFill>
                <a:latin typeface="微软雅黑"/>
              </a:defRPr>
            </a:pPr>
            <a:r>
              <a:t>测试结果摘要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2626"/>
                </a:solidFill>
                <a:latin typeface="微软雅黑"/>
              </a:defRPr>
            </a:pPr>
            <a:r>
              <a:t>总测试用例: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4F"/>
                </a:solidFill>
                <a:latin typeface="微软雅黑"/>
              </a:defRPr>
            </a:pPr>
            <a:r>
              <a:t>发现Bug总数: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4D4F"/>
                </a:solidFill>
                <a:latin typeface="微软雅黑"/>
              </a:defRPr>
            </a:pPr>
            <a:r>
              <a:t>严重 (Critical):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500"/>
                </a:solidFill>
                <a:latin typeface="微软雅黑"/>
              </a:defRPr>
            </a:pPr>
            <a:r>
              <a:t>重要 (Major):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6CC"/>
                </a:solidFill>
                <a:latin typeface="微软雅黑"/>
              </a:defRPr>
            </a:pPr>
            <a:r>
              <a:t>次要 (Minor): 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188720"/>
          <a:ext cx="4114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测试分类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测试数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Bug数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A - 视觉与主题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B - 国际化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C - 核心对话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D - 历史与持久化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E - UI组件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F - 表单与验证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G - 错误与边界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H - 性能 / R - 审查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BUG-001 - 登录表单硬编码英文占位符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i18n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占位符应通过i18n翻译（如中文显示"请输入你的邮箱"）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占位符硬编码为："your.email@ey.com" 和 "Enter your password"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打开登录页面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检查输入框占位符</a:t>
            </a:r>
          </a:p>
        </p:txBody>
      </p:sp>
      <p:pic>
        <p:nvPicPr>
          <p:cNvPr id="11" name="Picture 10" descr="01-logi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4114800" cy="2571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0636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8C8C"/>
                </a:solidFill>
                <a:latin typeface="微软雅黑"/>
              </a:defRPr>
            </a:pPr>
            <a:r>
              <a:t>Bug截图: 01-login-light.png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BUG-002 - 登录表单验证消息硬编码英文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i18n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验证消息应使用i18n翻译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显示英文验证消息: Please enter your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打开登录页面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清空邮箱字段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3. 点击登录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4. 查看错误提示</a:t>
            </a:r>
          </a:p>
        </p:txBody>
      </p:sp>
      <p:pic>
        <p:nvPicPr>
          <p:cNvPr id="13" name="Picture 12" descr="02-login-validation-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4114800" cy="2571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0636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8C8C"/>
                </a:solidFill>
                <a:latin typeface="微软雅黑"/>
              </a:defRPr>
            </a:pPr>
            <a:r>
              <a:t>Bug截图: 02-login-validation-errors.png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BUG-003 - 选择历史对话后不加载消息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4D4F"/>
                </a:solidFill>
                <a:latin typeface="微软雅黑"/>
              </a:defRPr>
            </a:pPr>
            <a:r>
              <a:t>严重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应加载并显示完整的消息历史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消息列表为空，ChatPage未调用getMessages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创建对话并发送消息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进入History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3. 点击该对话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4. 观察内容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BUG-004 - 聊天错误警报标题未国际化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i18n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应使用t()翻译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显示硬编码"Error"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触发聊天错误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检查错误警报标题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BUG-005 - 系统主题变化时ConfigProvider未响应更新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A500"/>
                </a:solidFill>
                <a:latin typeface="微软雅黑"/>
              </a:defRPr>
            </a:pPr>
            <a:r>
              <a:t>重要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Ant Design组件主题应跟随系统变化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只有CSS变量切换，ConfigProvider不变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设置主题为System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更改系统主题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3. 观察Ant Design组件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BUG-006 - 知识库删除和重建索引使用错误的成功提示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i18n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应显示"删除成功"或类似消息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显示"上传成功"(upload_success)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进入知识库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删除一个文档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3. 观察成功提示</a:t>
            </a:r>
          </a:p>
        </p:txBody>
      </p:sp>
      <p:pic>
        <p:nvPicPr>
          <p:cNvPr id="12" name="Picture 11" descr="10-knowledge-bas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4114800" cy="30475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0636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C8C8C"/>
                </a:solidFill>
                <a:latin typeface="微软雅黑"/>
              </a:defRPr>
            </a:pPr>
            <a:r>
              <a:t>Bug截图: 10-knowledge-base-page.png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BUG-007 - 全局!important过渡动画影响性能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过渡应仅应用于需要的元素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* { transition: ... !important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打开应用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DevTools Performance录制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3. 切换页面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BUG-008 - 重试功能可能选择错误的用户消息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应重试最后失败的消息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可能重试了非预期的消息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连续发两条消息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第二条出错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3. 点重试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BUG-009 - finishStreamingMessage的sessionId参数未使用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code-quality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应用于更新activeSessionId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参数被忽略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代码审查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6"/>
                </a:solidFill>
                <a:latin typeface="微软雅黑"/>
              </a:defRPr>
            </a:pPr>
            <a:r>
              <a:t>BUG-010 - 根路径重定向时侧边栏菜单高亮不匹配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次要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分类: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期望: Chat菜单项应高亮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  <a:latin typeface="微软雅黑"/>
              </a:defRPr>
            </a:pPr>
            <a:r>
              <a:t>实际: 无菜单项高亮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2626"/>
                </a:solidFill>
                <a:latin typeface="微软雅黑"/>
              </a:defRPr>
            </a:pPr>
            <a:r>
              <a:t>复现步骤: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1. 访问/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微软雅黑"/>
              </a:defRPr>
            </a:pPr>
            <a:r>
              <a:t>2. 观察菜单高亮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9144000" cy="73152"/>
          </a:xfrm>
          <a:prstGeom prst="rect">
            <a:avLst/>
          </a:prstGeom>
          <a:solidFill>
            <a:srgbClr val="FF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测试结论与建议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E500"/>
                </a:solidFill>
                <a:latin typeface="微软雅黑"/>
              </a:defRPr>
            </a:pPr>
            <a:r>
              <a:t>本次测试覆盖29个测试用例, 涵盖9大测试分类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发现10个Bug(1严重, 1重要, 8次要)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建议在修复所有Bug后进行回归测试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微软雅黑"/>
              </a:defRPr>
            </a:pPr>
            <a:r>
              <a:t>建议增加自动化回归测试覆盖关键流程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