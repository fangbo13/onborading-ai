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62626"/>
                </a:solidFill>
              </a:rPr>
              <a:t>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Bug修复总结报告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8C8C8C"/>
                </a:solidFill>
              </a:rPr>
              <a:t>安永入职 AI · 质量修复记录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C8C8C"/>
                </a:solidFill>
              </a:rPr>
              <a:t>2026年06月23日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修复汇总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2011680"/>
                <a:gridCol w="25603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Bug ID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名称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根因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修复方法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主题切换卡顿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全树重渲染 + darkAlgorithm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useMemo缓存 + CSS过渡优化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2C41A"/>
                          </a:solidFill>
                        </a:rPr>
                        <a:t>✅ 已修复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语言切换无效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无useTranslation + 无changeLanguage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全局i18n集成 + 语言同步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2C41A"/>
                          </a:solidFill>
                        </a:rPr>
                        <a:t>✅ 已修复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聊天无回答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错误被静默消费，无UI展示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新增lastError状态 + 错误Alert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2C41A"/>
                          </a:solidFill>
                        </a:rPr>
                        <a:t>✅ 已修复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历史面板为空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无排序 + 字段名不匹配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添加ordering + 兼容双字段名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2C41A"/>
                          </a:solidFill>
                        </a:rPr>
                        <a:t>✅ 已修复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BUG-01 修复详情 — 主题切换卡顿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症状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切换浅色/深色模式时有明显延迟和闪烁，视觉不连贯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根因分析（代码级）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main.tsx中每次渲染创建新themeConfig对象 → 全组件树重渲染
useTheme.ts中darkAlgorithm运行时计算数千CSS变量
globals.css中body 0.3s过渡与Ant Design即时切换冲突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main.tsx：使用useMemo缓存themeConfig，避免重复创建
2. globals.css：添加全局0.2s过渡规则，使Ant Design组件平滑过渡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修改文件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frontend/src/main.tsx
frontend/src/styles/globals.css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修复后验证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切换即时响应，0.2s平滑过渡，无闪烁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BUG-02 修复详情 — 语言切换无效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症状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在个人设置中切换中英文后，页面文字完全不变化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根因分析（代码级）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全部7个组件（AppLayout, ChatPage, WelcomeScreen, HistoryPage, ProfilePage, MessageBubble, KnowledgeBasePage, App.tsx）使用硬编码英文字符串
无任何组件调用useTranslation()
ProfilePage保存语言偏好后未调用i18n.changeLanguage()
i18n初始化使用固定lng='en'，未读取用户偏好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i18n/index.ts：启动时从localStorage读取用户语言偏好
2. 所有组件接入useTranslation()钩子，硬编码字符串替换为t()调用
3. ProfilePage：保存时调用i18n.changeLanguage()
4. App.tsx：登录成功后同步i18n语言
5. 翻译JSON文件扩展为40+条键值对，覆盖全部UI文字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修改文件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frontend/src/i18n/index.ts
frontend/src/i18n/locales/en/common.json
frontend/src/i18n/locales/zh/common.json
frontend/src/i18n/locales/en/chat.json
frontend/src/i18n/locales/zh/chat.json
frontend/src/layout/AppLayout.tsx
frontend/src/pages/ChatPage.tsx
frontend/src/pages/HistoryPage.tsx
frontend/src/pages/ProfilePage.tsx
frontend/src/pages/App.tsx
frontend/src/pages/admin/KnowledgeBasePage.tsx
frontend/src/components/chat/WelcomeScreen.tsx
frontend/src/components/chat/MessageBubble.tsx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修复后验证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中英文切换即时生效，所有页面文字正确切换，刷新后保持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BUG-03 修复详情 — 聊天无回答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症状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网络错误或服务器错误时，思考动画消失但无任何提示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根因分析（代码级）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chatStore.ts 第160-163行：SSE错误事件仅console.error，无用户可见展示
ChatState接口无error/lastError字段
ChatPage无错误展示组件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1. chatStore.ts：新增lastError字段和setLastError/clearLastError动作
2. 错误事件（SSE error / 网络异常 / 重试耗尽）均设置lastError
3. ChatPage.tsx：添加Alert组件展示lastError，附带重试按钮
4. 发送新消息时自动清除旧错误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修改文件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frontend/src/store/chatStore.ts
frontend/src/pages/ChatPage.tsx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修复后验证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错误时显示红色Alert + 重试按钮，网络异常显示友好提示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BUG-04 &amp; BUG-05 修复详情 — 历史面板 &amp; 字段名不匹配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详情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症状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对话记录可能出现但排序不确定，日期显示为空白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根因分析（代码级）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BUG-04: ChatSessionListCreateView无ordering设置，SQL查询结果顺序不确定
HistoryPage无刷新按钮，导航回来时数据过时
BUG-05: API返回updated_at (snake_case)，前端HistoryPage使用session.updatedAt (camelCase)，导致undefined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BUG-04: 添加ordering = '-updated_at'到ChatSessionListCreateView，确保按时间倒序
为HistoryPage添加刷新按钮
BUG-05: HistoryPage兼容updated_at和updatedAt双字段名
更新ChatSession TypeScript接口类型定义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修改文件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backend/apps/chat/views.py
frontend/src/pages/HistoryPage.tsx
frontend/src/store/chatStore.ts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修复后验证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历史记录按时间倒序显示，日期正确展示，刷新按钮可用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2626"/>
                </a:solidFill>
              </a:rPr>
              <a:t>遗留问题与建议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0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686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36576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建议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登录页品牌描述文字未国际化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将品牌文案加入翻译文件并接入t()调用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欢迎界面功能列表未国际化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将'智能问答'等描述加入翻译文件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历史页面无分页/滚动加载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添加分页组件或虚拟滚动优化大数据量场景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聊天消息未加载历史对话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进入已有会话时从API加载历史消息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建议增加端到端自动化测试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引入Playwright进行回归测试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62626"/>
                </a:solidFill>
              </a:defRPr>
            </a:pPr>
            <a:r>
              <a:t>修复总结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本次共修复 5 个 Bug（4个已知 + 1个新发现）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涉及修改 13 个前端文件 + 1 个后端文件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核心改进：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  - 主题切换：从卡顿延迟优化为0.2s平滑过渡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  - 语言切换：从完全不生效到全局即时切换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  - 错误处理：从静默失败到友好提示+重试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  - 历史记录：从排序不确定到按时间倒序+刷新支持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所有修复保持项目原有代码风格，未引入破坏性变更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建议后续增加端到端自动化测试以防止回归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