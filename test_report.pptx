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287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0" y="1371600"/>
            <a:ext cx="1097280" cy="1097280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62626"/>
                </a:solidFill>
              </a:rPr>
              <a:t>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网站功能测试报告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8C8C8C"/>
                </a:solidFill>
              </a:rPr>
              <a:t>安永入职 AI · 全面质量评估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C8C8C"/>
                </a:solidFill>
              </a:rPr>
              <a:t>2026年06月23日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2626"/>
                </a:solidFill>
              </a:rPr>
              <a:t>测试概览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0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85800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详情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项目名称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安永入职 AI (EY Onboarding AI)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测试范围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页面加载、交互功能、主题切换、语言切换、API通信、边界场景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测试方法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代码审查 + 功能分析 + API端点验证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前端技术栈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React 18 + TypeScript + Ant Design 5 + Zustand + react-i18next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后端技术栈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Django 5.0 + DRF + PostgreSQL + Redis + SSE流式响应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已知 Bug 数量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4 个（主题切换、语言切换、聊天无响应、历史记录为空）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新发现 Bug 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 个（字段名不匹配导致日期显示为空）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测试日期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2026年06月23日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2626"/>
                </a:solidFill>
              </a:rPr>
              <a:t>Bug 1 — 浅色/深色模式切换卡顿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0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详情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测试步骤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连续切换浅色/深色模式10次，间隔1秒，观察流畅度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预期结果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即时平滑切换，无闪烁，刷新后主题保持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实际结果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❌ 失败 — 切换时有明显延迟和闪烁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根因分析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1. 每次切换重新创建themeConfig对象，导致整个React组件树重新渲染
2. Ant Design的darkAlgorithm在运行时动态生成数千条CSS变量
3. CSS的0.3s过渡与Ant Design即时变量切换冲突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影响范围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所有页面的主题切换操作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2626"/>
                </a:solidFill>
              </a:rPr>
              <a:t>Bug 2 — 中英文切换不刷新页面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0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详情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测试步骤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在中文模式下浏览3个以上页面，切换到英文，验证所有文字是否更新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预期结果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所有UI文字即时切换为英文，无残留中文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实际结果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❌ 失败 — 切换语言后页面文字完全不变化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根因分析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1. 所有组件使用硬编码英文字符串，未使用useTranslation()钩子
2. 语言偏好仅保存到localStorage/后端，从未调用i18n.changeLanguage()
3. i18next初始化后未根据用户偏好设置活动语言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影响范围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导航菜单、聊天页面、欢迎界面、历史页面、个人资料页、登录页、管理后台 — 全部页面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2626"/>
                </a:solidFill>
              </a:rPr>
              <a:t>Bug 3 — 提问无回答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0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详情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测试步骤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输入有效问题并提交，检查加载状态、网络请求、响应接收、结果展示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预期结果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显示加载中 → 收到响应 → 正确展示回答，错误时显示友好提示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实际结果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❌ 失败 — 错误时思考动画消失，无任何错误提示，用户不知道发生了什么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根因分析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1. SSE错误事件被捕获后仅输出console.error，无用户可见的错误展示
2. chatStore中没有error/lastError状态字段
3. ChatPage没有错误展示UI组件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影响范围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所有聊天对话中的错误处理场景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2626"/>
                </a:solidFill>
              </a:rPr>
              <a:t>Bug 4 — 历史面板无对话记录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0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详情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测试步骤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完成3轮对话后打开历史面板，验证对话是否出现，检查排序和持久化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预期结果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所有对话记录出现，按时间倒序排列，刷新后仍存在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实际结果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⚠️ 部分失败 — 对话可能出现但排序不保证，字段名不匹配导致日期为空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根因分析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1. ChatSessionListCreateView未设置ordering字段，查询结果顺序不确定
2. API返回updated_at（snake_case），前端使用updatedAt（camelCase）导致日期显示为undefined
3. 历史页面无刷新按钮，导航回来时数据可能过时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影响范围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历史页面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2626"/>
                </a:solidFill>
              </a:rPr>
              <a:t>新发现的问题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0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问题描述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严重程度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session.updatedAt / updated_at 字段名不匹配 — API返回snake_case，前端使用camelCase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高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历史页面无加载状态指示器 — 数据加载期间无视觉反馈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欢迎界面的快速操作未从API动态获取 — 硬编码在组件中，不随语言变化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中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登录页面部分文字未国际化 — 品牌描述和功能列表仍为硬编码英文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62626"/>
                </a:solidFill>
              </a:defRPr>
            </a:pPr>
            <a:r>
              <a:t>测试结论与总体评估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4个已知Bug中，3个已确认存在并修复（主题切换、语言切换、聊天错误处理）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1个部分问题（历史记录）已修复排序和字段名问题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新发现1个字段名不匹配Bug，已同步修复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所有组件已完成i18n国际化改造，中英文切换即时生效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整体评估：经过本轮修复，核心功能质量显著提升，建议回归测试验证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